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59" r:id="rId8"/>
  </p:sldIdLst>
  <p:sldSz cx="9144000" cy="5143500" type="screen16x9"/>
  <p:notesSz cx="6797675" cy="9928225"/>
  <p:custDataLst>
    <p:tags r:id="rId11"/>
  </p:custDataLst>
  <p:defaultTextStyle>
    <a:defPPr>
      <a:defRPr lang="en-US"/>
    </a:defPPr>
    <a:lvl1pPr marL="0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7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56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83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11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39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67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94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23" algn="l" defTabSz="9142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75566-B238-853D-9719-5EA8D7DA37ED}" name="Anders Reagan" initials="AR" userId="S::ouit1142@ox.ac.uk::63ced851-e3b1-40fa-9e78-167a8151da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F2F4F4"/>
    <a:srgbClr val="173559"/>
    <a:srgbClr val="C9691B"/>
    <a:srgbClr val="021E42"/>
    <a:srgbClr val="2D0032"/>
    <a:srgbClr val="FFB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2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9695D-5541-4101-9263-982A5DF29015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10DAF-8FFD-49B5-85F4-ABC4E866F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260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BCC6B-FBFB-4DA3-8F77-CCCA17B0647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B1F97-2C7D-4736-9484-40C6DDE3B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01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27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56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83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11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39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67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94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23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mage Backgro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E077304-6788-64B8-EE1F-F8B787E55A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3862" y="4734000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006268" y="1851670"/>
            <a:ext cx="5137732" cy="2040607"/>
          </a:xfrm>
          <a:prstGeom prst="rect">
            <a:avLst/>
          </a:prstGeom>
          <a:solidFill>
            <a:srgbClr val="002147"/>
          </a:solidFill>
        </p:spPr>
        <p:txBody>
          <a:bodyPr lIns="216000" tIns="108000" rIns="360000" bIns="108000" anchor="ctr" anchorCtr="0">
            <a:noAutofit/>
          </a:bodyPr>
          <a:lstStyle>
            <a:lvl1pPr algn="l">
              <a:defRPr sz="405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AA2E8-2DF6-D013-82F7-38942EFBDCE8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E6D2F2-3A2C-C292-A4FA-CF4CF1CEE66B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5" name="Picture 4" descr="Centre for Teaching and Learning, University of Oxford">
              <a:extLst>
                <a:ext uri="{FF2B5EF4-FFF2-40B4-BE49-F238E27FC236}">
                  <a16:creationId xmlns:a16="http://schemas.microsoft.com/office/drawing/2014/main" id="{69367C72-8C7E-C779-489C-61A854E4AAD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CD8D430B-7A87-6E18-7FE8-1C28197B906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0722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in Blue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06268" y="1851670"/>
            <a:ext cx="4886212" cy="204060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B59B4-6A3E-FF5E-A687-925CE310C189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34E2C28-C0C9-D911-570F-9D1FBBB34D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3862" y="4734215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lang="en-US" b="1" dirty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 and contact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C1726B-C3CC-6311-BD11-E432AFEDC4B6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4" name="Picture 3" descr="Centre for Teaching and Learning, University of Oxford">
              <a:extLst>
                <a:ext uri="{FF2B5EF4-FFF2-40B4-BE49-F238E27FC236}">
                  <a16:creationId xmlns:a16="http://schemas.microsoft.com/office/drawing/2014/main" id="{77FF9672-817B-E46F-30BD-B7CCCB5D288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8319686A-D5EF-66D2-5CA3-9B44B7382F7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95532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Plain Blue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06268" y="1851670"/>
            <a:ext cx="4886212" cy="204060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B59B4-6A3E-FF5E-A687-925CE310C189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34E2C28-C0C9-D911-570F-9D1FBBB34D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3862" y="4734215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lang="en-US" b="1" dirty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 and contact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1504EF-5F8F-21E4-5C2C-B47080E7811B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5" name="Picture 4" descr="Centre for Teaching and Learning, University of Oxford">
              <a:extLst>
                <a:ext uri="{FF2B5EF4-FFF2-40B4-BE49-F238E27FC236}">
                  <a16:creationId xmlns:a16="http://schemas.microsoft.com/office/drawing/2014/main" id="{4B01FCA5-F7D8-CAA9-9B1D-A87C114E24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8CC3D94-C31D-97B9-F17B-B30F3A6EEB8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53693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in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E077304-6788-64B8-EE1F-F8B787E55A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3862" y="4734000"/>
            <a:ext cx="6820138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60325" indent="0">
              <a:lnSpc>
                <a:spcPct val="100000"/>
              </a:lnSpc>
              <a:spcBef>
                <a:spcPts val="0"/>
              </a:spcBef>
              <a:buNone/>
              <a:tabLst>
                <a:tab pos="1706563" algn="l"/>
              </a:tabLst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and contact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06268" y="1851670"/>
            <a:ext cx="4886212" cy="204060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AA2E8-2DF6-D013-82F7-38942EFBDCE8}"/>
              </a:ext>
            </a:extLst>
          </p:cNvPr>
          <p:cNvSpPr/>
          <p:nvPr userDrawn="1"/>
        </p:nvSpPr>
        <p:spPr>
          <a:xfrm>
            <a:off x="2" y="4734000"/>
            <a:ext cx="2323860" cy="42639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15435-D5B5-B957-3B87-287D5D9D8EB8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4" name="Picture 3" descr="Centre for Teaching and Learning, University of Oxford">
              <a:extLst>
                <a:ext uri="{FF2B5EF4-FFF2-40B4-BE49-F238E27FC236}">
                  <a16:creationId xmlns:a16="http://schemas.microsoft.com/office/drawing/2014/main" id="{CEA021D9-D348-1027-7BDF-B0627CA895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02AEF96D-8C12-7C57-0BA2-00636B771B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17740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E30C34-FC73-4C3E-AD0B-D9BD25CB4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" r="2430"/>
          <a:stretch/>
        </p:blipFill>
        <p:spPr>
          <a:xfrm>
            <a:off x="0" y="-1"/>
            <a:ext cx="9143998" cy="4965701"/>
          </a:xfrm>
          <a:prstGeom prst="rect">
            <a:avLst/>
          </a:prstGeom>
        </p:spPr>
      </p:pic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E18C9C7-3653-44A1-BFF4-A2F54FA8C0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90970" y="1995686"/>
            <a:ext cx="5153029" cy="2030951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067944" y="2067690"/>
            <a:ext cx="4839332" cy="187220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5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End 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E72879-0DE5-483B-A360-BA150EA9F5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717105"/>
            <a:ext cx="9143999" cy="426395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marL="194310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Link to next step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B5A1E0-D9D8-0597-C396-86ABC764183C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8" name="Picture 7" descr="Centre for Teaching and Learning, University of Oxford">
              <a:extLst>
                <a:ext uri="{FF2B5EF4-FFF2-40B4-BE49-F238E27FC236}">
                  <a16:creationId xmlns:a16="http://schemas.microsoft.com/office/drawing/2014/main" id="{9574400C-C382-B634-859D-A59FF63EC00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2ADB5098-E687-C296-2FEA-0B6293B3E40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9699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image (blue)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42936" y="2081409"/>
            <a:ext cx="5658127" cy="980681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54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F44E4C-8CF0-12DA-C631-2C152218B35E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4" name="Picture 3" descr="Centre for Teaching and Learning, University of Oxford">
              <a:extLst>
                <a:ext uri="{FF2B5EF4-FFF2-40B4-BE49-F238E27FC236}">
                  <a16:creationId xmlns:a16="http://schemas.microsoft.com/office/drawing/2014/main" id="{AC94F2CB-A303-3228-C521-529645CAE15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8794E123-1DEF-45EA-49CC-C84079042F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838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ing with image (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35696" y="2081409"/>
            <a:ext cx="5658127" cy="980681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algn="ctr">
              <a:defRPr sz="5400" b="1" cap="none" baseline="0">
                <a:solidFill>
                  <a:srgbClr val="002147"/>
                </a:solidFill>
              </a:defRPr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42D1E4-9523-C2AC-8292-1D8F36D6BD10}"/>
              </a:ext>
            </a:extLst>
          </p:cNvPr>
          <p:cNvGrpSpPr/>
          <p:nvPr userDrawn="1"/>
        </p:nvGrpSpPr>
        <p:grpSpPr>
          <a:xfrm>
            <a:off x="395536" y="267494"/>
            <a:ext cx="2354507" cy="1077836"/>
            <a:chOff x="395536" y="267494"/>
            <a:chExt cx="2354507" cy="1077836"/>
          </a:xfrm>
        </p:grpSpPr>
        <p:pic>
          <p:nvPicPr>
            <p:cNvPr id="5" name="Picture 4" descr="Centre for Teaching and Learning, University of Oxford">
              <a:extLst>
                <a:ext uri="{FF2B5EF4-FFF2-40B4-BE49-F238E27FC236}">
                  <a16:creationId xmlns:a16="http://schemas.microsoft.com/office/drawing/2014/main" id="{9A081F84-613F-DE85-FCCF-AE60BE5585E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78"/>
            <a:stretch/>
          </p:blipFill>
          <p:spPr>
            <a:xfrm>
              <a:off x="395536" y="267494"/>
              <a:ext cx="1099255" cy="1077836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F8AD17C-C646-0CE2-7DEA-7D67E41BA55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210" y="267494"/>
              <a:ext cx="1079833" cy="1077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45398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image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75036" y="1923678"/>
            <a:ext cx="6481340" cy="102155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4000" b="1" cap="none" baseline="0">
                <a:solidFill>
                  <a:srgbClr val="002147"/>
                </a:solidFill>
              </a:defRPr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57BB1BC-37FA-47EA-A26A-0EEFD3BB8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95536" y="267494"/>
            <a:ext cx="1079500" cy="980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Icon or picture</a:t>
            </a:r>
          </a:p>
        </p:txBody>
      </p:sp>
    </p:spTree>
    <p:extLst>
      <p:ext uri="{BB962C8B-B14F-4D97-AF65-F5344CB8AC3E}">
        <p14:creationId xmlns:p14="http://schemas.microsoft.com/office/powerpoint/2010/main" val="1807027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for single text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7AA3-EDC9-4460-9F7B-8CFB96F6C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5896" y="1131590"/>
            <a:ext cx="4752528" cy="2880320"/>
          </a:xfrm>
          <a:prstGeom prst="rect">
            <a:avLst/>
          </a:prstGeo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/>
              <a:t>Insert text (single paragraph - functions as title)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30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806473"/>
            <a:ext cx="9144000" cy="337027"/>
          </a:xfrm>
          <a:prstGeom prst="rect">
            <a:avLst/>
          </a:prstGeom>
          <a:solidFill>
            <a:srgbClr val="021E42"/>
          </a:solidFill>
        </p:spPr>
        <p:txBody>
          <a:bodyPr>
            <a:noAutofit/>
          </a:bodyPr>
          <a:lstStyle>
            <a:lvl1pPr marL="3314700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9872" y="771550"/>
            <a:ext cx="5328592" cy="3327618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/>
              <a:t>Click here to edit text (new lines function as bullets)</a:t>
            </a:r>
          </a:p>
        </p:txBody>
      </p:sp>
    </p:spTree>
    <p:extLst>
      <p:ext uri="{BB962C8B-B14F-4D97-AF65-F5344CB8AC3E}">
        <p14:creationId xmlns:p14="http://schemas.microsoft.com/office/powerpoint/2010/main" val="52492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dde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164038"/>
            <a:ext cx="9144000" cy="365760"/>
          </a:xfrm>
          <a:prstGeom prst="rect">
            <a:avLst/>
          </a:prstGeom>
          <a:solidFill>
            <a:srgbClr val="002147"/>
          </a:solidFill>
        </p:spPr>
        <p:txBody>
          <a:bodyPr>
            <a:noAutofit/>
          </a:bodyPr>
          <a:lstStyle>
            <a:lvl1pPr marL="3316288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Hidden 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9872" y="771550"/>
            <a:ext cx="5328592" cy="3456384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/>
              <a:t>Click here to edit text (multiple lines function as bullets)</a:t>
            </a:r>
          </a:p>
        </p:txBody>
      </p:sp>
    </p:spTree>
    <p:extLst>
      <p:ext uri="{BB962C8B-B14F-4D97-AF65-F5344CB8AC3E}">
        <p14:creationId xmlns:p14="http://schemas.microsoft.com/office/powerpoint/2010/main" val="150656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803102"/>
            <a:ext cx="9144000" cy="340397"/>
          </a:xfrm>
          <a:prstGeom prst="rect">
            <a:avLst/>
          </a:prstGeom>
          <a:solidFill>
            <a:srgbClr val="021E42"/>
          </a:solidFill>
        </p:spPr>
        <p:txBody>
          <a:bodyPr>
            <a:noAutofit/>
          </a:bodyPr>
          <a:lstStyle>
            <a:lvl1pPr marL="3316288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Quote attribution (works as title)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9872" y="771550"/>
            <a:ext cx="5328592" cy="3327618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/>
              <a:t>Quote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2A76D5-806C-4414-B201-4490AF7A8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96" y="-20538"/>
            <a:ext cx="1947624" cy="194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34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for image or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803102"/>
            <a:ext cx="9144000" cy="340397"/>
          </a:xfrm>
          <a:prstGeom prst="rect">
            <a:avLst/>
          </a:prstGeom>
          <a:solidFill>
            <a:srgbClr val="021E42"/>
          </a:solidFill>
        </p:spPr>
        <p:txBody>
          <a:bodyPr>
            <a:noAutofit/>
          </a:bodyPr>
          <a:lstStyle>
            <a:lvl1pPr marL="0" indent="0" algn="ctr">
              <a:tabLst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887849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dden title for image or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175055"/>
            <a:ext cx="9144000" cy="365760"/>
          </a:xfrm>
          <a:prstGeom prst="rect">
            <a:avLst/>
          </a:prstGeom>
          <a:solidFill>
            <a:srgbClr val="002147"/>
          </a:solidFill>
        </p:spPr>
        <p:txBody>
          <a:bodyPr>
            <a:noAutofit/>
          </a:bodyPr>
          <a:lstStyle>
            <a:lvl1pPr marL="0" indent="0" algn="ctr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Hidden slide title</a:t>
            </a:r>
          </a:p>
        </p:txBody>
      </p:sp>
    </p:spTree>
    <p:extLst>
      <p:ext uri="{BB962C8B-B14F-4D97-AF65-F5344CB8AC3E}">
        <p14:creationId xmlns:p14="http://schemas.microsoft.com/office/powerpoint/2010/main" val="3121997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 bar tit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3491880" cy="5143499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rgbClr val="F2F2F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61EF-1A36-49AF-9A4B-D12F746FE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9952" y="483518"/>
            <a:ext cx="4464496" cy="4176464"/>
          </a:xfrm>
          <a:prstGeom prst="rect">
            <a:avLst/>
          </a:prstGeom>
        </p:spPr>
        <p:txBody>
          <a:bodyPr lIns="72000" anchor="ctr" anchorCtr="0"/>
          <a:lstStyle>
            <a:lvl1pPr marL="0" indent="0">
              <a:buFontTx/>
              <a:buNone/>
              <a:defRPr sz="2800">
                <a:solidFill>
                  <a:srgbClr val="002147"/>
                </a:solidFill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</p:spTree>
    <p:extLst>
      <p:ext uri="{BB962C8B-B14F-4D97-AF65-F5344CB8AC3E}">
        <p14:creationId xmlns:p14="http://schemas.microsoft.com/office/powerpoint/2010/main" val="3459088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title withou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3491880" cy="5143500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99730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descri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DD1713-DAB7-8A9E-A6DB-8CDCA98DC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3999" cy="742950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Video title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C87B5FA-AE5E-4CF2-00FC-E53BACA0C87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667000" y="971550"/>
            <a:ext cx="6209530" cy="38855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B5FEF2-ACFF-3E2F-FC1C-20DD85DE98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" y="971550"/>
            <a:ext cx="2362200" cy="3885554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Brief description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3009747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descri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DD1713-DAB7-8A9E-A6DB-8CDCA98DC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3999" cy="742950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Screenshot title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C87B5FA-AE5E-4CF2-00FC-E53BACA0C87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3995936" y="971550"/>
            <a:ext cx="4880594" cy="38855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B5FEF2-ACFF-3E2F-FC1C-20DD85DE98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" y="971550"/>
            <a:ext cx="3699520" cy="3885554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Brief description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396871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DD1713-DAB7-8A9E-A6DB-8CDCA98DC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3999" cy="742950"/>
          </a:xfrm>
          <a:prstGeom prst="rect">
            <a:avLst/>
          </a:prstGeom>
          <a:solidFill>
            <a:srgbClr val="021E4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smart art</a:t>
            </a:r>
          </a:p>
        </p:txBody>
      </p:sp>
    </p:spTree>
    <p:extLst>
      <p:ext uri="{BB962C8B-B14F-4D97-AF65-F5344CB8AC3E}">
        <p14:creationId xmlns:p14="http://schemas.microsoft.com/office/powerpoint/2010/main" val="181144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tit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4644008" cy="5143500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12D45EE-3E40-5081-C48B-25A9EE9470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2040" y="483518"/>
            <a:ext cx="3888432" cy="4176464"/>
          </a:xfrm>
          <a:prstGeom prst="rect">
            <a:avLst/>
          </a:prstGeom>
        </p:spPr>
        <p:txBody>
          <a:bodyPr lIns="72000" anchor="ctr" anchorCtr="0"/>
          <a:lstStyle>
            <a:lvl1pPr marL="0" indent="0">
              <a:buFontTx/>
              <a:buNone/>
              <a:defRPr sz="4000">
                <a:solidFill>
                  <a:srgbClr val="002147"/>
                </a:solidFill>
              </a:defRPr>
            </a:lvl1pPr>
          </a:lstStyle>
          <a:p>
            <a:pPr lvl="0"/>
            <a:r>
              <a:rPr lang="en-US"/>
              <a:t>Click here to edit text</a:t>
            </a:r>
          </a:p>
        </p:txBody>
      </p:sp>
    </p:spTree>
    <p:extLst>
      <p:ext uri="{BB962C8B-B14F-4D97-AF65-F5344CB8AC3E}">
        <p14:creationId xmlns:p14="http://schemas.microsoft.com/office/powerpoint/2010/main" val="3481987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4644008" cy="5143500"/>
          </a:xfrm>
          <a:prstGeom prst="rect">
            <a:avLst/>
          </a:prstGeom>
          <a:solidFill>
            <a:srgbClr val="021E42"/>
          </a:solidFill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049863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titl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0"/>
            <a:ext cx="4644008" cy="514350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lIns="360000" tIns="504000" rIns="360000" bIns="180000" anchor="ctr">
            <a:noAutofit/>
          </a:bodyPr>
          <a:lstStyle>
            <a:lvl1pPr marL="0" indent="0">
              <a:defRPr lang="en-US" dirty="0">
                <a:solidFill>
                  <a:srgbClr val="002147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977195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ue background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D4CC-714E-4E8E-8081-DED8B4235A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592" y="4731990"/>
            <a:ext cx="7687766" cy="4115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85641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bg1"/>
                </a:solidFill>
                <a:latin typeface="+mn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7747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, Objects and Hidde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F7C37-2B50-49CD-83FC-80A26B42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135275"/>
            <a:ext cx="9144000" cy="365760"/>
          </a:xfrm>
          <a:prstGeom prst="rect">
            <a:avLst/>
          </a:prstGeom>
          <a:solidFill>
            <a:srgbClr val="002147"/>
          </a:solidFill>
        </p:spPr>
        <p:txBody>
          <a:bodyPr>
            <a:noAutofit/>
          </a:bodyPr>
          <a:lstStyle>
            <a:lvl1pPr marL="3316288" indent="0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Hidden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2F8B-47F0-4C3C-8107-4812A2D3C9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27784" y="754958"/>
            <a:ext cx="6120929" cy="3616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106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ditional title and bulle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D4CC-714E-4E8E-8081-DED8B423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720" y="274638"/>
            <a:ext cx="646363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641" rtl="0" eaLnBrk="1" latinLnBrk="0" hangingPunct="1">
              <a:spcBef>
                <a:spcPct val="0"/>
              </a:spcBef>
              <a:buNone/>
              <a:defRPr sz="4000" b="0" kern="1200">
                <a:solidFill>
                  <a:srgbClr val="002147"/>
                </a:solidFill>
                <a:latin typeface="+mn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4C05E-1851-48BA-B81F-7FA90B854F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51720" y="1491630"/>
            <a:ext cx="646363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56" indent="-257156" algn="l" defTabSz="685641" rtl="0" eaLnBrk="1" latinLnBrk="0" hangingPunct="1">
              <a:lnSpc>
                <a:spcPct val="12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§"/>
              <a:defRPr sz="24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1pPr>
            <a:lvl2pPr marL="599975" indent="-257156" algn="l" defTabSz="685641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FFB414"/>
              </a:buClr>
              <a:buSzPct val="120000"/>
              <a:buFont typeface="Courier New" panose="02070309020205020404" pitchFamily="49" charset="0"/>
              <a:buChar char="o"/>
              <a:defRPr sz="18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2pPr>
            <a:lvl3pPr marL="899938" indent="-214298" algn="l" defTabSz="685641" rtl="0" eaLnBrk="1" latinLnBrk="0" hangingPunct="1">
              <a:spcBef>
                <a:spcPct val="20000"/>
              </a:spcBef>
              <a:buClr>
                <a:srgbClr val="002147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3pPr>
            <a:lvl4pPr marL="1242757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4pPr>
            <a:lvl5pPr marL="1585769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5pPr>
            <a:lvl6pPr marL="188551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3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52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74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779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ditional title and bullets with logo (Blue)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D4CC-714E-4E8E-8081-DED8B423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720" y="274638"/>
            <a:ext cx="646363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641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bg1"/>
                </a:solidFill>
                <a:latin typeface="+mn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4C05E-1851-48BA-B81F-7FA90B854F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51720" y="1491630"/>
            <a:ext cx="646363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56" indent="-257156" algn="l" defTabSz="685641" rtl="0" eaLnBrk="1" latinLnBrk="0" hangingPunct="1">
              <a:lnSpc>
                <a:spcPct val="12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§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99975" indent="-257156" algn="l" defTabSz="685641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FFB414"/>
              </a:buClr>
              <a:buSzPct val="120000"/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99938" indent="-214298" algn="l" defTabSz="685641" rtl="0" eaLnBrk="1" latinLnBrk="0" hangingPunct="1">
              <a:spcBef>
                <a:spcPct val="20000"/>
              </a:spcBef>
              <a:buClr>
                <a:srgbClr val="002147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242757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585769" indent="-214298" algn="l" defTabSz="68564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51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331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52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974" indent="-171411" algn="l" defTabSz="685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37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28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649" r:id="rId2"/>
    <p:sldLayoutId id="2147483732" r:id="rId3"/>
    <p:sldLayoutId id="2147483725" r:id="rId4"/>
    <p:sldLayoutId id="2147483726" r:id="rId5"/>
    <p:sldLayoutId id="2147483651" r:id="rId6"/>
    <p:sldLayoutId id="2147483738" r:id="rId7"/>
    <p:sldLayoutId id="2147483679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34" r:id="rId17"/>
    <p:sldLayoutId id="2147483736" r:id="rId18"/>
    <p:sldLayoutId id="2147483737" r:id="rId19"/>
    <p:sldLayoutId id="2147483733" r:id="rId20"/>
    <p:sldLayoutId id="2147483729" r:id="rId21"/>
    <p:sldLayoutId id="2147483735" r:id="rId22"/>
    <p:sldLayoutId id="2147483730" r:id="rId23"/>
    <p:sldLayoutId id="2147483724" r:id="rId24"/>
    <p:sldLayoutId id="2147483727" r:id="rId25"/>
    <p:sldLayoutId id="2147483728" r:id="rId26"/>
  </p:sldLayoutIdLst>
  <p:hf hdr="0" ftr="0" dt="0"/>
  <p:txStyles>
    <p:titleStyle>
      <a:lvl1pPr algn="l" defTabSz="685641" rtl="0" eaLnBrk="1" latinLnBrk="0" hangingPunct="1">
        <a:spcBef>
          <a:spcPct val="0"/>
        </a:spcBef>
        <a:buNone/>
        <a:defRPr sz="4000" b="0" kern="1200">
          <a:solidFill>
            <a:srgbClr val="002147"/>
          </a:solidFill>
          <a:latin typeface="+mn-lt"/>
          <a:ea typeface="+mj-ea"/>
          <a:cs typeface="Times New Roman" panose="02020603050405020304" pitchFamily="18" charset="0"/>
        </a:defRPr>
      </a:lvl1pPr>
    </p:titleStyle>
    <p:bodyStyle>
      <a:lvl1pPr marL="257156" indent="-257156" algn="l" defTabSz="685641" rtl="0" eaLnBrk="1" latinLnBrk="0" hangingPunct="1">
        <a:lnSpc>
          <a:spcPct val="120000"/>
        </a:lnSpc>
        <a:spcBef>
          <a:spcPct val="20000"/>
        </a:spcBef>
        <a:buSzPct val="120000"/>
        <a:buFont typeface="Wingdings" panose="05000000000000000000" pitchFamily="2" charset="2"/>
        <a:buChar char="§"/>
        <a:defRPr sz="2400" kern="1200">
          <a:solidFill>
            <a:srgbClr val="002147"/>
          </a:solidFill>
          <a:latin typeface="+mn-lt"/>
          <a:ea typeface="+mn-ea"/>
          <a:cs typeface="+mn-cs"/>
        </a:defRPr>
      </a:lvl1pPr>
      <a:lvl2pPr marL="599975" indent="-257156" algn="l" defTabSz="685641" rtl="0" eaLnBrk="1" latinLnBrk="0" hangingPunct="1">
        <a:lnSpc>
          <a:spcPct val="114000"/>
        </a:lnSpc>
        <a:spcBef>
          <a:spcPct val="20000"/>
        </a:spcBef>
        <a:buClr>
          <a:srgbClr val="FFB414"/>
        </a:buClr>
        <a:buSzPct val="120000"/>
        <a:buFont typeface="Courier New" panose="02070309020205020404" pitchFamily="49" charset="0"/>
        <a:buChar char="o"/>
        <a:defRPr sz="1800" kern="1200">
          <a:solidFill>
            <a:srgbClr val="002147"/>
          </a:solidFill>
          <a:latin typeface="+mn-lt"/>
          <a:ea typeface="+mn-ea"/>
          <a:cs typeface="+mn-cs"/>
        </a:defRPr>
      </a:lvl2pPr>
      <a:lvl3pPr marL="899938" indent="-214298" algn="l" defTabSz="685641" rtl="0" eaLnBrk="1" latinLnBrk="0" hangingPunct="1">
        <a:spcBef>
          <a:spcPct val="20000"/>
        </a:spcBef>
        <a:buClr>
          <a:srgbClr val="002147"/>
        </a:buClr>
        <a:buSzPct val="120000"/>
        <a:buFont typeface="Arial" panose="020B0604020202020204" pitchFamily="34" charset="0"/>
        <a:buChar char="•"/>
        <a:defRPr sz="1600" kern="1200">
          <a:solidFill>
            <a:srgbClr val="002147"/>
          </a:solidFill>
          <a:latin typeface="+mn-lt"/>
          <a:ea typeface="+mn-ea"/>
          <a:cs typeface="+mn-cs"/>
        </a:defRPr>
      </a:lvl3pPr>
      <a:lvl4pPr marL="1242757" indent="-214298" algn="l" defTabSz="68564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147"/>
          </a:solidFill>
          <a:latin typeface="+mn-lt"/>
          <a:ea typeface="+mn-ea"/>
          <a:cs typeface="+mn-cs"/>
        </a:defRPr>
      </a:lvl4pPr>
      <a:lvl5pPr marL="1585769" indent="-214298" algn="l" defTabSz="68564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147"/>
          </a:solidFill>
          <a:latin typeface="+mn-lt"/>
          <a:ea typeface="+mn-ea"/>
          <a:cs typeface="+mn-cs"/>
        </a:defRPr>
      </a:lvl5pPr>
      <a:lvl6pPr marL="1885511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331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52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974" indent="-171411" algn="l" defTabSz="68564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18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41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60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81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03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22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741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0" algn="l" defTabSz="68564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572C64-35EB-B808-0AEC-346D4A2BE2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22CD43-6F78-E7C0-369C-CF5CBEEA4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119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6F79-6DE2-7A75-FC38-C697BEFC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9506F-03DC-280D-3A77-EA60276BE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62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F836-4396-73A4-4174-7E469A66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62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88B2-5555-556E-57AA-F1DBBCF0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99251ED6-0780-7941-73C4-A68440A71E05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572E4-BA6A-9BC1-E6F6-A2435BFC02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91713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96a9d6f-bd47-4365-8224-e32e6c0ab2f5"/>
</p:tagLst>
</file>

<file path=ppt/theme/theme1.xml><?xml version="1.0" encoding="utf-8"?>
<a:theme xmlns:a="http://schemas.openxmlformats.org/drawingml/2006/main" name="Readable Layouts">
  <a:themeElements>
    <a:clrScheme name="Custom 1">
      <a:dk1>
        <a:srgbClr val="0E2345"/>
      </a:dk1>
      <a:lt1>
        <a:srgbClr val="F2F2F2"/>
      </a:lt1>
      <a:dk2>
        <a:srgbClr val="0E2345"/>
      </a:dk2>
      <a:lt2>
        <a:srgbClr val="FFFFFF"/>
      </a:lt2>
      <a:accent1>
        <a:srgbClr val="002147"/>
      </a:accent1>
      <a:accent2>
        <a:srgbClr val="FC8422"/>
      </a:accent2>
      <a:accent3>
        <a:srgbClr val="4AA564"/>
      </a:accent3>
      <a:accent4>
        <a:srgbClr val="FFB414"/>
      </a:accent4>
      <a:accent5>
        <a:srgbClr val="0071BC"/>
      </a:accent5>
      <a:accent6>
        <a:srgbClr val="337245"/>
      </a:accent6>
      <a:hlink>
        <a:srgbClr val="021E42"/>
      </a:hlink>
      <a:folHlink>
        <a:srgbClr val="021E42"/>
      </a:folHlink>
    </a:clrScheme>
    <a:fontScheme name="SBS Font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session template" id="{2D40C09C-76DF-0D46-AE7C-A3A7ED539AA9}" vid="{4590C684-BB80-AE4B-85CD-BB0D768BF3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4bca1d5-9c42-458f-9e5f-6c185392e3e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762B12A6D5F84FA1B4ED2A15B27322" ma:contentTypeVersion="15" ma:contentTypeDescription="Create a new document." ma:contentTypeScope="" ma:versionID="de2cbc9f17768fb11dca63846f378fae">
  <xsd:schema xmlns:xsd="http://www.w3.org/2001/XMLSchema" xmlns:xs="http://www.w3.org/2001/XMLSchema" xmlns:p="http://schemas.microsoft.com/office/2006/metadata/properties" xmlns:ns3="44bca1d5-9c42-458f-9e5f-6c185392e3e6" xmlns:ns4="b1767b1a-ebf4-4365-ad1d-e0eeeafb52e0" targetNamespace="http://schemas.microsoft.com/office/2006/metadata/properties" ma:root="true" ma:fieldsID="62440950779a1129bf130c6a6b58f066" ns3:_="" ns4:_="">
    <xsd:import namespace="44bca1d5-9c42-458f-9e5f-6c185392e3e6"/>
    <xsd:import namespace="b1767b1a-ebf4-4365-ad1d-e0eeeafb52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bca1d5-9c42-458f-9e5f-6c185392e3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767b1a-ebf4-4365-ad1d-e0eeeafb52e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CA7954-E4C4-48B6-9B2F-1BB733358855}">
  <ds:schemaRefs>
    <ds:schemaRef ds:uri="44bca1d5-9c42-458f-9e5f-6c185392e3e6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1767b1a-ebf4-4365-ad1d-e0eeeafb52e0"/>
  </ds:schemaRefs>
</ds:datastoreItem>
</file>

<file path=customXml/itemProps2.xml><?xml version="1.0" encoding="utf-8"?>
<ds:datastoreItem xmlns:ds="http://schemas.openxmlformats.org/officeDocument/2006/customXml" ds:itemID="{8893476B-80DD-4B15-B9B8-7FBE80BB01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546F1B-7AA8-4D22-AF4B-89769B7347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bca1d5-9c42-458f-9e5f-6c185392e3e6"/>
    <ds:schemaRef ds:uri="b1767b1a-ebf4-4365-ad1d-e0eeeafb5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Readable Layouts</Template>
  <TotalTime>0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Wingdings</vt:lpstr>
      <vt:lpstr>Readable Layouts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Lukes</dc:creator>
  <cp:lastModifiedBy>Ella Wicks</cp:lastModifiedBy>
  <cp:revision>60</cp:revision>
  <cp:lastPrinted>2013-07-02T11:13:09Z</cp:lastPrinted>
  <dcterms:created xsi:type="dcterms:W3CDTF">2025-10-08T09:57:43Z</dcterms:created>
  <dcterms:modified xsi:type="dcterms:W3CDTF">2025-11-12T16:07:59Z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0x01010037762B12A6D5F84FA1B4ED2A15B27322</vt:lpwstr>
  </property>
  <property fmtid="{D5CDD505-2E9C-101B-9397-08002B2CF9AE}" pid="3" name="MediaServiceImageTags">
    <vt:lpwstr/>
  </property>
</Properties>
</file>